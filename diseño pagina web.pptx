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38A12A-831E-9B68-BC15-342A5A26AB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80DCAC-DCAB-2E52-2CB3-0CCF51B108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518352-85A3-57DF-C54F-48A97853C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4918-0694-4CE8-8358-924E2D71DD8C}" type="datetimeFigureOut">
              <a:rPr lang="es-GT" smtClean="0"/>
              <a:t>4/05/2026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AB8B30-DAE9-352A-2F95-C07E3E82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6B9DF-F980-664F-31AB-6BA2480DF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0C48-C7C4-4041-9B35-4B39F8FF81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78789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6227A-F1F0-718A-309E-9CCCE516F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5BC72C-E1D7-D3B5-7CE2-8B932AD99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8D3E3F-12DB-1CAD-9D7F-B8F683418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4918-0694-4CE8-8358-924E2D71DD8C}" type="datetimeFigureOut">
              <a:rPr lang="es-GT" smtClean="0"/>
              <a:t>4/05/2026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267F44-6E90-6436-E5BC-45E502CB6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743850-5C9D-FE26-F912-F63A8A2B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0C48-C7C4-4041-9B35-4B39F8FF81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761150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57D406-5E20-2019-4D4A-09005C9BE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319389-578B-A562-CD0E-376740BE3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2547AC-4500-D578-D248-8DC83D5F9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4918-0694-4CE8-8358-924E2D71DD8C}" type="datetimeFigureOut">
              <a:rPr lang="es-GT" smtClean="0"/>
              <a:t>4/05/2026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44451A-5F94-163C-A24B-0D12AE1BC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DF0875-4E35-3A96-57E2-45F253FF5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0C48-C7C4-4041-9B35-4B39F8FF81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548737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DDA748-0736-672E-B314-8D2351197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484BEA-7A39-A165-2875-83713362DF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8F7C9B-76BE-5086-D15D-9508DA457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3173F5-94F6-CBF0-01D9-5FF9C042C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4918-0694-4CE8-8358-924E2D71DD8C}" type="datetimeFigureOut">
              <a:rPr lang="es-GT" smtClean="0"/>
              <a:t>4/05/2026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B29AA1-769D-BF7B-0E02-A979EAA31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423FDB-53C6-266A-AA28-5FE161A89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0C48-C7C4-4041-9B35-4B39F8FF81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213386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CFFA19-EC8C-85F4-41C1-A44FC5934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29CFA2-E308-BEB6-0FB6-DBEB3B19A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CE4260-3A82-BD9C-D5F0-3D49E886C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9413C3E-CA63-073B-2F58-641E035E92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A6AAB52-8A84-9597-7258-5FD2E8C73A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74865CB-DFB6-264C-0F0F-85813A5E0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4918-0694-4CE8-8358-924E2D71DD8C}" type="datetimeFigureOut">
              <a:rPr lang="es-GT" smtClean="0"/>
              <a:t>4/05/2026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8C6D152-5BE9-5D0D-A20E-0EC0BB0C8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9DB1F70-E0E6-5FD6-3735-48D49398D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0C48-C7C4-4041-9B35-4B39F8FF81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966687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5E8DC-305A-96B7-4963-7852C2ECD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854C599-5BF8-2F32-D2B5-A67ED616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4918-0694-4CE8-8358-924E2D71DD8C}" type="datetimeFigureOut">
              <a:rPr lang="es-GT" smtClean="0"/>
              <a:t>4/05/2026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8F14F06-70F2-8308-C537-4C7ED412A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A9B165E-51B9-4DB0-BE10-C95D1407F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0C48-C7C4-4041-9B35-4B39F8FF81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990198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D092DD2-B8E3-5EE2-3CCF-7D4F75B72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4918-0694-4CE8-8358-924E2D71DD8C}" type="datetimeFigureOut">
              <a:rPr lang="es-GT" smtClean="0"/>
              <a:t>4/05/2026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65CC0F4-DE37-6644-FA72-D4A60ED3F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D6D9F5-98CB-76AE-D15D-2E5649C34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0C48-C7C4-4041-9B35-4B39F8FF81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66624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F02C2D-4AFE-4A7E-B04C-0D6FB3B98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903E60-D1F3-7A4E-5420-E7BD0F381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D94F0CE-4EBB-52C0-8834-D89093639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98CBDB-1380-4487-EAE8-7B406B9D5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4918-0694-4CE8-8358-924E2D71DD8C}" type="datetimeFigureOut">
              <a:rPr lang="es-GT" smtClean="0"/>
              <a:t>4/05/2026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721B515-DF98-41ED-0F41-BEAEE9A7F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46C9820-D45B-00C3-8AB7-21E94CD0B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0C48-C7C4-4041-9B35-4B39F8FF81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32847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08B397-EC8E-AE54-C2F6-7B16E522C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6E531C7-3212-C961-01ED-940495C37D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3D4733A-2A22-E104-7C28-09E8D0948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2F6333-AD7F-6D32-9766-71630B4BA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4918-0694-4CE8-8358-924E2D71DD8C}" type="datetimeFigureOut">
              <a:rPr lang="es-GT" smtClean="0"/>
              <a:t>4/05/2026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E35C783-ED04-BA76-CE3C-7E5227084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5FAEEB-6564-0888-3D5A-8E015FAA6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0C48-C7C4-4041-9B35-4B39F8FF81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698436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22589-1F0F-8779-0E8A-4840DC365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7EC2DF-E0B0-5399-7E2F-B9433B6B8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26862A-0FA7-63BA-ACB8-033D776A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4918-0694-4CE8-8358-924E2D71DD8C}" type="datetimeFigureOut">
              <a:rPr lang="es-GT" smtClean="0"/>
              <a:t>4/05/2026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3DD0B7-68A6-DE49-7B19-7C134F5C0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492DC5-3500-E369-2536-AEE51EFC0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0C48-C7C4-4041-9B35-4B39F8FF81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909670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8DB95F1-EAB4-A5EF-B63E-6F2B06F08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17BC852-A1DD-92A1-82A3-872CEAAFB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EB3E2F-4E50-CBC1-6972-566E424C8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4918-0694-4CE8-8358-924E2D71DD8C}" type="datetimeFigureOut">
              <a:rPr lang="es-GT" smtClean="0"/>
              <a:t>4/05/2026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3D9043-73BD-907E-D899-A054A24B3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5DA910-CCF0-C09F-2E22-84D1FD761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0C48-C7C4-4041-9B35-4B39F8FF81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096974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6D05684-C7B2-8EE5-5DB0-DC7A3D962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CE9CA7-BC41-2729-63A1-9646DB323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5FCB47-F83A-533C-CE03-47BF0E5D4E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B4918-0694-4CE8-8358-924E2D71DD8C}" type="datetimeFigureOut">
              <a:rPr lang="es-GT" smtClean="0"/>
              <a:t>4/05/2026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DB7FCB-121F-10B4-1D8F-9CD7ECB6C7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F92AAB-CEDD-ED92-8E2F-2BBF5DD370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F0C48-C7C4-4041-9B35-4B39F8FF81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8662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slide" Target="slide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5" Type="http://schemas.openxmlformats.org/officeDocument/2006/relationships/slide" Target="slide4.xml"/><Relationship Id="rId4" Type="http://schemas.openxmlformats.org/officeDocument/2006/relationships/slide" Target="slide5.xml"/><Relationship Id="rId9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2B00894-3D60-9E7C-C60C-5BAA8D0B42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6" name="Imagen 5">
            <a:hlinkClick r:id="rId2" action="ppaction://hlinksldjump"/>
            <a:extLst>
              <a:ext uri="{FF2B5EF4-FFF2-40B4-BE49-F238E27FC236}">
                <a16:creationId xmlns:a16="http://schemas.microsoft.com/office/drawing/2014/main" id="{04D086F0-370B-2383-E54A-AE8128C78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79" y="842095"/>
            <a:ext cx="4217365" cy="4220136"/>
          </a:xfrm>
          <a:prstGeom prst="rect">
            <a:avLst/>
          </a:prstGeom>
        </p:spPr>
      </p:pic>
      <p:pic>
        <p:nvPicPr>
          <p:cNvPr id="8" name="Imagen 7">
            <a:hlinkClick r:id="rId4" action="ppaction://hlinksldjump"/>
            <a:extLst>
              <a:ext uri="{FF2B5EF4-FFF2-40B4-BE49-F238E27FC236}">
                <a16:creationId xmlns:a16="http://schemas.microsoft.com/office/drawing/2014/main" id="{C2EB0268-7ECA-6B87-8D8C-F467415467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432" y="806663"/>
            <a:ext cx="4345487" cy="422013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438E897-64A5-B706-18A4-60A6318163E6}"/>
              </a:ext>
            </a:extLst>
          </p:cNvPr>
          <p:cNvSpPr txBox="1"/>
          <p:nvPr/>
        </p:nvSpPr>
        <p:spPr>
          <a:xfrm>
            <a:off x="116066" y="5171307"/>
            <a:ext cx="55449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Convertirnos en una plataforma líder en la creación y venta de recursos educativos digitales, reconocida por combinar calidad pedagógica, inclusión e innovación, generando soluciones de aprendizaje que aporten valor real a las personas y sostenibilidad al proyecto.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3197F8B-862E-53B1-1796-51F9C7A90CEC}"/>
              </a:ext>
            </a:extLst>
          </p:cNvPr>
          <p:cNvSpPr/>
          <p:nvPr/>
        </p:nvSpPr>
        <p:spPr>
          <a:xfrm>
            <a:off x="75190" y="4038613"/>
            <a:ext cx="19527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Visión</a:t>
            </a:r>
            <a:endParaRPr lang="es-E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BBA6003-FC40-3A77-9A90-5C3B6640AAF4}"/>
              </a:ext>
            </a:extLst>
          </p:cNvPr>
          <p:cNvSpPr/>
          <p:nvPr/>
        </p:nvSpPr>
        <p:spPr>
          <a:xfrm>
            <a:off x="5562458" y="4029825"/>
            <a:ext cx="214994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Misión</a:t>
            </a:r>
            <a:endParaRPr lang="es-E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C3C9B42-BA9E-C807-EDCD-5B1BFC4D644C}"/>
              </a:ext>
            </a:extLst>
          </p:cNvPr>
          <p:cNvSpPr txBox="1"/>
          <p:nvPr/>
        </p:nvSpPr>
        <p:spPr>
          <a:xfrm>
            <a:off x="5983886" y="5100442"/>
            <a:ext cx="59461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>
                <a:solidFill>
                  <a:schemeClr val="bg1"/>
                </a:solidFill>
              </a:rPr>
              <a:t>Crear y comercializar recursos educativos digitales que integren aprendizaje, creatividad e inclusión, ofreciendo materiales prácticos, atractivos y adaptables para distintos públicos, con el propósito de construir una propuesta educativa rentable, escalable y con impacto positivo.</a:t>
            </a:r>
            <a:endParaRPr lang="es-GT" b="1" dirty="0">
              <a:solidFill>
                <a:schemeClr val="bg1"/>
              </a:solidFill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E7607E5D-8FA9-4EF9-BBD4-61E999D386B2}"/>
              </a:ext>
            </a:extLst>
          </p:cNvPr>
          <p:cNvGrpSpPr/>
          <p:nvPr/>
        </p:nvGrpSpPr>
        <p:grpSpPr>
          <a:xfrm>
            <a:off x="75190" y="280230"/>
            <a:ext cx="11771639" cy="445331"/>
            <a:chOff x="75190" y="280230"/>
            <a:chExt cx="11771639" cy="445331"/>
          </a:xfrm>
        </p:grpSpPr>
        <p:sp>
          <p:nvSpPr>
            <p:cNvPr id="17" name="Paralelogramo 16">
              <a:extLst>
                <a:ext uri="{FF2B5EF4-FFF2-40B4-BE49-F238E27FC236}">
                  <a16:creationId xmlns:a16="http://schemas.microsoft.com/office/drawing/2014/main" id="{72CFE848-647F-8215-C67C-2ACB162F33C0}"/>
                </a:ext>
              </a:extLst>
            </p:cNvPr>
            <p:cNvSpPr/>
            <p:nvPr/>
          </p:nvSpPr>
          <p:spPr>
            <a:xfrm>
              <a:off x="75190" y="283792"/>
              <a:ext cx="5908696" cy="441769"/>
            </a:xfrm>
            <a:prstGeom prst="parallelogram">
              <a:avLst>
                <a:gd name="adj" fmla="val 15436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  <p:sp>
          <p:nvSpPr>
            <p:cNvPr id="18" name="Paralelogramo 17">
              <a:extLst>
                <a:ext uri="{FF2B5EF4-FFF2-40B4-BE49-F238E27FC236}">
                  <a16:creationId xmlns:a16="http://schemas.microsoft.com/office/drawing/2014/main" id="{9605A5FC-1C64-48D5-9D9B-43B32FC77711}"/>
                </a:ext>
              </a:extLst>
            </p:cNvPr>
            <p:cNvSpPr/>
            <p:nvPr/>
          </p:nvSpPr>
          <p:spPr>
            <a:xfrm>
              <a:off x="5562458" y="280230"/>
              <a:ext cx="6284371" cy="441769"/>
            </a:xfrm>
            <a:prstGeom prst="parallelogram">
              <a:avLst>
                <a:gd name="adj" fmla="val 15436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</p:grpSp>
    </p:spTree>
    <p:extLst>
      <p:ext uri="{BB962C8B-B14F-4D97-AF65-F5344CB8AC3E}">
        <p14:creationId xmlns:p14="http://schemas.microsoft.com/office/powerpoint/2010/main" val="4175996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09191D0-CBC7-67CD-46DA-9AAE61625E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BDE7067-FAA4-D90D-905F-8EFDB2EB3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840" y="156295"/>
            <a:ext cx="6511689" cy="651596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51E7585-BE47-AB21-B282-5A6B8935ED60}"/>
              </a:ext>
            </a:extLst>
          </p:cNvPr>
          <p:cNvSpPr txBox="1"/>
          <p:nvPr/>
        </p:nvSpPr>
        <p:spPr>
          <a:xfrm>
            <a:off x="3977130" y="156295"/>
            <a:ext cx="40374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MICROCURSOS</a:t>
            </a:r>
            <a:endParaRPr lang="es-GT" sz="4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ángulo: esquinas superiores redondeadas 4">
            <a:hlinkClick r:id="rId3" action="ppaction://hlinksldjump"/>
            <a:extLst>
              <a:ext uri="{FF2B5EF4-FFF2-40B4-BE49-F238E27FC236}">
                <a16:creationId xmlns:a16="http://schemas.microsoft.com/office/drawing/2014/main" id="{2B74697F-D564-7DE0-7D20-888A32744F30}"/>
              </a:ext>
            </a:extLst>
          </p:cNvPr>
          <p:cNvSpPr/>
          <p:nvPr/>
        </p:nvSpPr>
        <p:spPr>
          <a:xfrm>
            <a:off x="168004" y="1985963"/>
            <a:ext cx="2407833" cy="900112"/>
          </a:xfrm>
          <a:prstGeom prst="round2SameRect">
            <a:avLst/>
          </a:prstGeom>
          <a:scene3d>
            <a:camera prst="orthographicFront"/>
            <a:lightRig rig="threePt" dir="t"/>
          </a:scene3d>
          <a:sp3d>
            <a:bevelT w="19685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Radiología</a:t>
            </a:r>
            <a:endParaRPr lang="es-GT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ángulo: esquinas superiores redondeadas 5">
            <a:hlinkClick r:id="rId4" action="ppaction://hlinksldjump"/>
            <a:extLst>
              <a:ext uri="{FF2B5EF4-FFF2-40B4-BE49-F238E27FC236}">
                <a16:creationId xmlns:a16="http://schemas.microsoft.com/office/drawing/2014/main" id="{E7B93A03-B862-D619-43D0-31456928D5E1}"/>
              </a:ext>
            </a:extLst>
          </p:cNvPr>
          <p:cNvSpPr/>
          <p:nvPr/>
        </p:nvSpPr>
        <p:spPr>
          <a:xfrm>
            <a:off x="9423532" y="1985963"/>
            <a:ext cx="2407833" cy="900112"/>
          </a:xfrm>
          <a:prstGeom prst="round2SameRect">
            <a:avLst/>
          </a:prstGeom>
          <a:scene3d>
            <a:camera prst="orthographicFront"/>
            <a:lightRig rig="threePt" dir="t"/>
          </a:scene3d>
          <a:sp3d>
            <a:bevelT w="19685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Ultrasonido</a:t>
            </a:r>
            <a:endParaRPr lang="es-GT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ángulo: esquinas superiores redondeadas 6">
            <a:hlinkClick r:id="rId5" action="ppaction://hlinksldjump"/>
            <a:extLst>
              <a:ext uri="{FF2B5EF4-FFF2-40B4-BE49-F238E27FC236}">
                <a16:creationId xmlns:a16="http://schemas.microsoft.com/office/drawing/2014/main" id="{9F58A994-EDB8-A3E1-1E89-763231520BE8}"/>
              </a:ext>
            </a:extLst>
          </p:cNvPr>
          <p:cNvSpPr/>
          <p:nvPr/>
        </p:nvSpPr>
        <p:spPr>
          <a:xfrm>
            <a:off x="168003" y="3810001"/>
            <a:ext cx="2407833" cy="900112"/>
          </a:xfrm>
          <a:prstGeom prst="round2SameRect">
            <a:avLst/>
          </a:prstGeom>
          <a:scene3d>
            <a:camera prst="orthographicFront"/>
            <a:lightRig rig="threePt" dir="t"/>
          </a:scene3d>
          <a:sp3d>
            <a:bevelT w="19685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Tomografía</a:t>
            </a:r>
            <a:endParaRPr lang="es-GT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ángulo: esquinas superiores redondeadas 7">
            <a:hlinkClick r:id="rId6" action="ppaction://hlinksldjump"/>
            <a:extLst>
              <a:ext uri="{FF2B5EF4-FFF2-40B4-BE49-F238E27FC236}">
                <a16:creationId xmlns:a16="http://schemas.microsoft.com/office/drawing/2014/main" id="{32C2A3D8-F4B6-2071-15BF-06F97DD11A82}"/>
              </a:ext>
            </a:extLst>
          </p:cNvPr>
          <p:cNvSpPr/>
          <p:nvPr/>
        </p:nvSpPr>
        <p:spPr>
          <a:xfrm>
            <a:off x="9423531" y="3810002"/>
            <a:ext cx="2407833" cy="900112"/>
          </a:xfrm>
          <a:prstGeom prst="round2SameRect">
            <a:avLst/>
          </a:prstGeom>
          <a:scene3d>
            <a:camera prst="orthographicFront"/>
            <a:lightRig rig="threePt" dir="t"/>
          </a:scene3d>
          <a:sp3d>
            <a:bevelT w="19685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Resonancia</a:t>
            </a:r>
            <a:endParaRPr lang="es-GT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ángulo: esquinas superiores redondeadas 8">
            <a:hlinkClick r:id="rId7" action="ppaction://hlinksldjump"/>
            <a:extLst>
              <a:ext uri="{FF2B5EF4-FFF2-40B4-BE49-F238E27FC236}">
                <a16:creationId xmlns:a16="http://schemas.microsoft.com/office/drawing/2014/main" id="{EAADD0AD-8F97-C2E4-7436-FE11B8797FD7}"/>
              </a:ext>
            </a:extLst>
          </p:cNvPr>
          <p:cNvSpPr/>
          <p:nvPr/>
        </p:nvSpPr>
        <p:spPr>
          <a:xfrm>
            <a:off x="1539923" y="5715002"/>
            <a:ext cx="2407833" cy="900112"/>
          </a:xfrm>
          <a:prstGeom prst="round2SameRect">
            <a:avLst/>
          </a:prstGeom>
          <a:scene3d>
            <a:camera prst="orthographicFront"/>
            <a:lightRig rig="threePt" dir="t"/>
          </a:scene3d>
          <a:sp3d>
            <a:bevelT w="19685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Pedagogía</a:t>
            </a:r>
            <a:endParaRPr lang="es-GT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ángulo: esquinas superiores redondeadas 9">
            <a:hlinkClick r:id="rId8" action="ppaction://hlinksldjump"/>
            <a:extLst>
              <a:ext uri="{FF2B5EF4-FFF2-40B4-BE49-F238E27FC236}">
                <a16:creationId xmlns:a16="http://schemas.microsoft.com/office/drawing/2014/main" id="{C4EB7A7C-B665-C981-21EA-AB1628BF51C6}"/>
              </a:ext>
            </a:extLst>
          </p:cNvPr>
          <p:cNvSpPr/>
          <p:nvPr/>
        </p:nvSpPr>
        <p:spPr>
          <a:xfrm>
            <a:off x="7907385" y="5772151"/>
            <a:ext cx="2407833" cy="900112"/>
          </a:xfrm>
          <a:prstGeom prst="round2SameRect">
            <a:avLst/>
          </a:prstGeom>
          <a:scene3d>
            <a:camera prst="orthographicFront"/>
            <a:lightRig rig="threePt" dir="t"/>
          </a:scene3d>
          <a:sp3d>
            <a:bevelT w="19685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Inteligencia Artificial G.</a:t>
            </a:r>
            <a:endParaRPr lang="es-GT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Flecha: hacia la izquierda 10">
            <a:hlinkClick r:id="rId9" action="ppaction://hlinksldjump"/>
            <a:extLst>
              <a:ext uri="{FF2B5EF4-FFF2-40B4-BE49-F238E27FC236}">
                <a16:creationId xmlns:a16="http://schemas.microsoft.com/office/drawing/2014/main" id="{D61993D7-E9F2-AFD1-644B-60700F080FD6}"/>
              </a:ext>
            </a:extLst>
          </p:cNvPr>
          <p:cNvSpPr/>
          <p:nvPr/>
        </p:nvSpPr>
        <p:spPr>
          <a:xfrm>
            <a:off x="317772" y="278607"/>
            <a:ext cx="828675" cy="900112"/>
          </a:xfrm>
          <a:prstGeom prst="leftArrow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356564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DB92A24-C8A3-541B-0A50-2718A8EBFB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2097025-D17D-786D-3C33-E337A816D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2591"/>
            <a:ext cx="4170077" cy="4172818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EF54C219-5E80-AFFF-91C2-1F58B1951152}"/>
              </a:ext>
            </a:extLst>
          </p:cNvPr>
          <p:cNvSpPr/>
          <p:nvPr/>
        </p:nvSpPr>
        <p:spPr>
          <a:xfrm>
            <a:off x="5272088" y="1543050"/>
            <a:ext cx="5600700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Aca</a:t>
            </a:r>
            <a:r>
              <a:rPr lang="es-MX" dirty="0"/>
              <a:t> van apareciendo los cursos disponibles</a:t>
            </a:r>
            <a:endParaRPr lang="es-GT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E5893E3-1C6C-CDCB-0718-FF55A0E1D85F}"/>
              </a:ext>
            </a:extLst>
          </p:cNvPr>
          <p:cNvSpPr/>
          <p:nvPr/>
        </p:nvSpPr>
        <p:spPr>
          <a:xfrm>
            <a:off x="5272088" y="2628900"/>
            <a:ext cx="5600700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5BECB44-3E63-0882-0E7B-FC4CC0660AF8}"/>
              </a:ext>
            </a:extLst>
          </p:cNvPr>
          <p:cNvSpPr/>
          <p:nvPr/>
        </p:nvSpPr>
        <p:spPr>
          <a:xfrm>
            <a:off x="5272088" y="3800475"/>
            <a:ext cx="5600700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B5A6BEC-12EC-4513-8FF3-DF8309E5E385}"/>
              </a:ext>
            </a:extLst>
          </p:cNvPr>
          <p:cNvSpPr/>
          <p:nvPr/>
        </p:nvSpPr>
        <p:spPr>
          <a:xfrm>
            <a:off x="5272088" y="4886325"/>
            <a:ext cx="5600700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86CAFEA2-4CA8-0645-AECF-04BADE006AC6}"/>
              </a:ext>
            </a:extLst>
          </p:cNvPr>
          <p:cNvGrpSpPr/>
          <p:nvPr/>
        </p:nvGrpSpPr>
        <p:grpSpPr>
          <a:xfrm>
            <a:off x="75190" y="280230"/>
            <a:ext cx="11771639" cy="445331"/>
            <a:chOff x="75190" y="280230"/>
            <a:chExt cx="11771639" cy="445331"/>
          </a:xfrm>
        </p:grpSpPr>
        <p:sp>
          <p:nvSpPr>
            <p:cNvPr id="9" name="Paralelogramo 8">
              <a:extLst>
                <a:ext uri="{FF2B5EF4-FFF2-40B4-BE49-F238E27FC236}">
                  <a16:creationId xmlns:a16="http://schemas.microsoft.com/office/drawing/2014/main" id="{785E4E33-ABB0-6DCC-D49D-85A69B5AEC37}"/>
                </a:ext>
              </a:extLst>
            </p:cNvPr>
            <p:cNvSpPr/>
            <p:nvPr/>
          </p:nvSpPr>
          <p:spPr>
            <a:xfrm>
              <a:off x="75190" y="283792"/>
              <a:ext cx="5908696" cy="441769"/>
            </a:xfrm>
            <a:prstGeom prst="parallelogram">
              <a:avLst>
                <a:gd name="adj" fmla="val 15436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  <p:sp>
          <p:nvSpPr>
            <p:cNvPr id="10" name="Paralelogramo 9">
              <a:extLst>
                <a:ext uri="{FF2B5EF4-FFF2-40B4-BE49-F238E27FC236}">
                  <a16:creationId xmlns:a16="http://schemas.microsoft.com/office/drawing/2014/main" id="{64600C77-9377-9DA7-9550-BAC93B5EACAA}"/>
                </a:ext>
              </a:extLst>
            </p:cNvPr>
            <p:cNvSpPr/>
            <p:nvPr/>
          </p:nvSpPr>
          <p:spPr>
            <a:xfrm>
              <a:off x="5562458" y="280230"/>
              <a:ext cx="6284371" cy="441769"/>
            </a:xfrm>
            <a:prstGeom prst="parallelogram">
              <a:avLst>
                <a:gd name="adj" fmla="val 15436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</p:grpSp>
    </p:spTree>
    <p:extLst>
      <p:ext uri="{BB962C8B-B14F-4D97-AF65-F5344CB8AC3E}">
        <p14:creationId xmlns:p14="http://schemas.microsoft.com/office/powerpoint/2010/main" val="2727576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10253C1-22CF-928F-B480-0B70191EF6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AF2423-D74E-02DE-462F-9D686BCD9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2591"/>
            <a:ext cx="4170077" cy="4172818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C2F2D51C-421A-1688-3B57-80EE19D4F912}"/>
              </a:ext>
            </a:extLst>
          </p:cNvPr>
          <p:cNvSpPr/>
          <p:nvPr/>
        </p:nvSpPr>
        <p:spPr>
          <a:xfrm>
            <a:off x="5272088" y="1543050"/>
            <a:ext cx="5600700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Aca</a:t>
            </a:r>
            <a:r>
              <a:rPr lang="es-MX" dirty="0"/>
              <a:t> van apareciendo los cursos disponibles</a:t>
            </a:r>
            <a:endParaRPr lang="es-GT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15867A4-01BD-6D54-3231-7883F4643D8B}"/>
              </a:ext>
            </a:extLst>
          </p:cNvPr>
          <p:cNvSpPr/>
          <p:nvPr/>
        </p:nvSpPr>
        <p:spPr>
          <a:xfrm>
            <a:off x="5272088" y="2628900"/>
            <a:ext cx="5600700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1647EF9-6CB3-138F-B2E1-BDBC4C17D8A9}"/>
              </a:ext>
            </a:extLst>
          </p:cNvPr>
          <p:cNvSpPr/>
          <p:nvPr/>
        </p:nvSpPr>
        <p:spPr>
          <a:xfrm>
            <a:off x="5272088" y="3800475"/>
            <a:ext cx="5600700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5DA68BA-9FAE-8673-DBB3-9F0B0AD65E6A}"/>
              </a:ext>
            </a:extLst>
          </p:cNvPr>
          <p:cNvSpPr/>
          <p:nvPr/>
        </p:nvSpPr>
        <p:spPr>
          <a:xfrm>
            <a:off x="5272088" y="4886325"/>
            <a:ext cx="5600700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D163D69D-6B70-5F91-688A-CAF9D370E00C}"/>
              </a:ext>
            </a:extLst>
          </p:cNvPr>
          <p:cNvGrpSpPr/>
          <p:nvPr/>
        </p:nvGrpSpPr>
        <p:grpSpPr>
          <a:xfrm>
            <a:off x="75190" y="280230"/>
            <a:ext cx="11771639" cy="445331"/>
            <a:chOff x="75190" y="280230"/>
            <a:chExt cx="11771639" cy="445331"/>
          </a:xfrm>
        </p:grpSpPr>
        <p:sp>
          <p:nvSpPr>
            <p:cNvPr id="9" name="Paralelogramo 8">
              <a:extLst>
                <a:ext uri="{FF2B5EF4-FFF2-40B4-BE49-F238E27FC236}">
                  <a16:creationId xmlns:a16="http://schemas.microsoft.com/office/drawing/2014/main" id="{68580491-AEA4-12C4-CA9B-DBF7FDA97EC9}"/>
                </a:ext>
              </a:extLst>
            </p:cNvPr>
            <p:cNvSpPr/>
            <p:nvPr/>
          </p:nvSpPr>
          <p:spPr>
            <a:xfrm>
              <a:off x="75190" y="283792"/>
              <a:ext cx="5908696" cy="441769"/>
            </a:xfrm>
            <a:prstGeom prst="parallelogram">
              <a:avLst>
                <a:gd name="adj" fmla="val 15436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  <p:sp>
          <p:nvSpPr>
            <p:cNvPr id="10" name="Paralelogramo 9">
              <a:extLst>
                <a:ext uri="{FF2B5EF4-FFF2-40B4-BE49-F238E27FC236}">
                  <a16:creationId xmlns:a16="http://schemas.microsoft.com/office/drawing/2014/main" id="{ED5E7EC8-FEBD-3D2A-5E6F-16508532B3FD}"/>
                </a:ext>
              </a:extLst>
            </p:cNvPr>
            <p:cNvSpPr/>
            <p:nvPr/>
          </p:nvSpPr>
          <p:spPr>
            <a:xfrm>
              <a:off x="5562458" y="280230"/>
              <a:ext cx="6284371" cy="441769"/>
            </a:xfrm>
            <a:prstGeom prst="parallelogram">
              <a:avLst>
                <a:gd name="adj" fmla="val 15436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</p:grpSp>
    </p:spTree>
    <p:extLst>
      <p:ext uri="{BB962C8B-B14F-4D97-AF65-F5344CB8AC3E}">
        <p14:creationId xmlns:p14="http://schemas.microsoft.com/office/powerpoint/2010/main" val="996142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C715B99-6F56-84FF-7861-ACD0F73764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CF3F6AB-A05B-6CAB-84C8-A9F5701B9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2591"/>
            <a:ext cx="4170077" cy="4172818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08AB828D-2F0C-B680-5DEE-E6B04EF039E3}"/>
              </a:ext>
            </a:extLst>
          </p:cNvPr>
          <p:cNvSpPr/>
          <p:nvPr/>
        </p:nvSpPr>
        <p:spPr>
          <a:xfrm>
            <a:off x="5272088" y="1543050"/>
            <a:ext cx="5600700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Aca</a:t>
            </a:r>
            <a:r>
              <a:rPr lang="es-MX" dirty="0"/>
              <a:t> van apareciendo los cursos disponibles</a:t>
            </a:r>
            <a:endParaRPr lang="es-GT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3330821-85E1-686F-6D2F-5D731B613FFE}"/>
              </a:ext>
            </a:extLst>
          </p:cNvPr>
          <p:cNvSpPr/>
          <p:nvPr/>
        </p:nvSpPr>
        <p:spPr>
          <a:xfrm>
            <a:off x="5272088" y="2628900"/>
            <a:ext cx="5600700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6882EA6-B0BE-9A9B-1616-FE0D76627D9B}"/>
              </a:ext>
            </a:extLst>
          </p:cNvPr>
          <p:cNvSpPr/>
          <p:nvPr/>
        </p:nvSpPr>
        <p:spPr>
          <a:xfrm>
            <a:off x="5272088" y="3800475"/>
            <a:ext cx="5600700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E972C3-7843-2293-100F-810893B2B64E}"/>
              </a:ext>
            </a:extLst>
          </p:cNvPr>
          <p:cNvSpPr/>
          <p:nvPr/>
        </p:nvSpPr>
        <p:spPr>
          <a:xfrm>
            <a:off x="5272088" y="4886325"/>
            <a:ext cx="5600700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7F5D444-34E0-5A5F-2669-3B13E6308E3C}"/>
              </a:ext>
            </a:extLst>
          </p:cNvPr>
          <p:cNvGrpSpPr/>
          <p:nvPr/>
        </p:nvGrpSpPr>
        <p:grpSpPr>
          <a:xfrm>
            <a:off x="75190" y="280230"/>
            <a:ext cx="11771639" cy="445331"/>
            <a:chOff x="75190" y="280230"/>
            <a:chExt cx="11771639" cy="445331"/>
          </a:xfrm>
        </p:grpSpPr>
        <p:sp>
          <p:nvSpPr>
            <p:cNvPr id="9" name="Paralelogramo 8">
              <a:extLst>
                <a:ext uri="{FF2B5EF4-FFF2-40B4-BE49-F238E27FC236}">
                  <a16:creationId xmlns:a16="http://schemas.microsoft.com/office/drawing/2014/main" id="{1D84ADEC-5CBB-8350-112E-97790DD8E206}"/>
                </a:ext>
              </a:extLst>
            </p:cNvPr>
            <p:cNvSpPr/>
            <p:nvPr/>
          </p:nvSpPr>
          <p:spPr>
            <a:xfrm>
              <a:off x="75190" y="283792"/>
              <a:ext cx="5908696" cy="441769"/>
            </a:xfrm>
            <a:prstGeom prst="parallelogram">
              <a:avLst>
                <a:gd name="adj" fmla="val 15436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  <p:sp>
          <p:nvSpPr>
            <p:cNvPr id="10" name="Paralelogramo 9">
              <a:extLst>
                <a:ext uri="{FF2B5EF4-FFF2-40B4-BE49-F238E27FC236}">
                  <a16:creationId xmlns:a16="http://schemas.microsoft.com/office/drawing/2014/main" id="{147E74C4-DFD8-B425-25AF-33252E12F540}"/>
                </a:ext>
              </a:extLst>
            </p:cNvPr>
            <p:cNvSpPr/>
            <p:nvPr/>
          </p:nvSpPr>
          <p:spPr>
            <a:xfrm>
              <a:off x="5562458" y="280230"/>
              <a:ext cx="6284371" cy="441769"/>
            </a:xfrm>
            <a:prstGeom prst="parallelogram">
              <a:avLst>
                <a:gd name="adj" fmla="val 15436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</p:grpSp>
    </p:spTree>
    <p:extLst>
      <p:ext uri="{BB962C8B-B14F-4D97-AF65-F5344CB8AC3E}">
        <p14:creationId xmlns:p14="http://schemas.microsoft.com/office/powerpoint/2010/main" val="1147223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9D8E2E0-601E-A031-B8B5-9C721C250E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89C7A63-E9DE-C9B2-9029-20AFC4B793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2591"/>
            <a:ext cx="4170077" cy="4172818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1569447C-CB53-81AA-6AB6-5AD2F0617BAE}"/>
              </a:ext>
            </a:extLst>
          </p:cNvPr>
          <p:cNvSpPr/>
          <p:nvPr/>
        </p:nvSpPr>
        <p:spPr>
          <a:xfrm>
            <a:off x="5272088" y="1543050"/>
            <a:ext cx="5600700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Aca</a:t>
            </a:r>
            <a:r>
              <a:rPr lang="es-MX" dirty="0"/>
              <a:t> van apareciendo los cursos disponibles</a:t>
            </a:r>
            <a:endParaRPr lang="es-GT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83D68B1-4837-2E8A-EF22-20FD40823A0F}"/>
              </a:ext>
            </a:extLst>
          </p:cNvPr>
          <p:cNvSpPr/>
          <p:nvPr/>
        </p:nvSpPr>
        <p:spPr>
          <a:xfrm>
            <a:off x="5272088" y="2628900"/>
            <a:ext cx="5600700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098F915-2B16-1075-D3E7-A18624C906B1}"/>
              </a:ext>
            </a:extLst>
          </p:cNvPr>
          <p:cNvSpPr/>
          <p:nvPr/>
        </p:nvSpPr>
        <p:spPr>
          <a:xfrm>
            <a:off x="5272088" y="3800475"/>
            <a:ext cx="5600700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C407F2F-2005-CC76-A188-BBA370F94981}"/>
              </a:ext>
            </a:extLst>
          </p:cNvPr>
          <p:cNvSpPr/>
          <p:nvPr/>
        </p:nvSpPr>
        <p:spPr>
          <a:xfrm>
            <a:off x="5272088" y="4886325"/>
            <a:ext cx="5600700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5539F326-1428-7DAB-0FCD-37CA0E38DA8D}"/>
              </a:ext>
            </a:extLst>
          </p:cNvPr>
          <p:cNvGrpSpPr/>
          <p:nvPr/>
        </p:nvGrpSpPr>
        <p:grpSpPr>
          <a:xfrm>
            <a:off x="75190" y="280230"/>
            <a:ext cx="11771639" cy="445331"/>
            <a:chOff x="75190" y="280230"/>
            <a:chExt cx="11771639" cy="445331"/>
          </a:xfrm>
        </p:grpSpPr>
        <p:sp>
          <p:nvSpPr>
            <p:cNvPr id="9" name="Paralelogramo 8">
              <a:extLst>
                <a:ext uri="{FF2B5EF4-FFF2-40B4-BE49-F238E27FC236}">
                  <a16:creationId xmlns:a16="http://schemas.microsoft.com/office/drawing/2014/main" id="{FF1FABE2-55AB-2A2D-C861-4FBE400301E7}"/>
                </a:ext>
              </a:extLst>
            </p:cNvPr>
            <p:cNvSpPr/>
            <p:nvPr/>
          </p:nvSpPr>
          <p:spPr>
            <a:xfrm>
              <a:off x="75190" y="283792"/>
              <a:ext cx="5908696" cy="441769"/>
            </a:xfrm>
            <a:prstGeom prst="parallelogram">
              <a:avLst>
                <a:gd name="adj" fmla="val 15436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  <p:sp>
          <p:nvSpPr>
            <p:cNvPr id="10" name="Paralelogramo 9">
              <a:extLst>
                <a:ext uri="{FF2B5EF4-FFF2-40B4-BE49-F238E27FC236}">
                  <a16:creationId xmlns:a16="http://schemas.microsoft.com/office/drawing/2014/main" id="{281F1344-35F5-03F3-C6E2-DCA2CBE450E1}"/>
                </a:ext>
              </a:extLst>
            </p:cNvPr>
            <p:cNvSpPr/>
            <p:nvPr/>
          </p:nvSpPr>
          <p:spPr>
            <a:xfrm>
              <a:off x="5562458" y="280230"/>
              <a:ext cx="6284371" cy="441769"/>
            </a:xfrm>
            <a:prstGeom prst="parallelogram">
              <a:avLst>
                <a:gd name="adj" fmla="val 15436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</p:grpSp>
    </p:spTree>
    <p:extLst>
      <p:ext uri="{BB962C8B-B14F-4D97-AF65-F5344CB8AC3E}">
        <p14:creationId xmlns:p14="http://schemas.microsoft.com/office/powerpoint/2010/main" val="4027180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E2FF6D3-4D1A-B8C9-9815-C1FD8AE0B8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A454AD5-BBB1-F790-74BE-64A225FC1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2591"/>
            <a:ext cx="4170077" cy="4172818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62DDFBE8-854E-AB37-8BD6-C069CBBB61A4}"/>
              </a:ext>
            </a:extLst>
          </p:cNvPr>
          <p:cNvSpPr/>
          <p:nvPr/>
        </p:nvSpPr>
        <p:spPr>
          <a:xfrm>
            <a:off x="5272088" y="1543050"/>
            <a:ext cx="5600700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Aca</a:t>
            </a:r>
            <a:r>
              <a:rPr lang="es-MX" dirty="0"/>
              <a:t> van apareciendo los cursos disponibles</a:t>
            </a:r>
            <a:endParaRPr lang="es-GT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1814BB1-022B-90FD-8001-4E5C8BF69418}"/>
              </a:ext>
            </a:extLst>
          </p:cNvPr>
          <p:cNvSpPr/>
          <p:nvPr/>
        </p:nvSpPr>
        <p:spPr>
          <a:xfrm>
            <a:off x="5272088" y="2628900"/>
            <a:ext cx="5600700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A1105B3-BBB9-7BED-5927-3026D9595CF3}"/>
              </a:ext>
            </a:extLst>
          </p:cNvPr>
          <p:cNvSpPr/>
          <p:nvPr/>
        </p:nvSpPr>
        <p:spPr>
          <a:xfrm>
            <a:off x="5272088" y="3800475"/>
            <a:ext cx="5600700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26E7BD0-ADD8-E663-7F33-BE42B22178DF}"/>
              </a:ext>
            </a:extLst>
          </p:cNvPr>
          <p:cNvSpPr/>
          <p:nvPr/>
        </p:nvSpPr>
        <p:spPr>
          <a:xfrm>
            <a:off x="5272088" y="4886325"/>
            <a:ext cx="5600700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75953A55-FD44-24D4-FFBA-31FB3284F0B1}"/>
              </a:ext>
            </a:extLst>
          </p:cNvPr>
          <p:cNvGrpSpPr/>
          <p:nvPr/>
        </p:nvGrpSpPr>
        <p:grpSpPr>
          <a:xfrm>
            <a:off x="75190" y="280230"/>
            <a:ext cx="11771639" cy="445331"/>
            <a:chOff x="75190" y="280230"/>
            <a:chExt cx="11771639" cy="445331"/>
          </a:xfrm>
        </p:grpSpPr>
        <p:sp>
          <p:nvSpPr>
            <p:cNvPr id="9" name="Paralelogramo 8">
              <a:extLst>
                <a:ext uri="{FF2B5EF4-FFF2-40B4-BE49-F238E27FC236}">
                  <a16:creationId xmlns:a16="http://schemas.microsoft.com/office/drawing/2014/main" id="{5B5D50AE-F634-30A8-68C7-71FCFC72FDA4}"/>
                </a:ext>
              </a:extLst>
            </p:cNvPr>
            <p:cNvSpPr/>
            <p:nvPr/>
          </p:nvSpPr>
          <p:spPr>
            <a:xfrm>
              <a:off x="75190" y="283792"/>
              <a:ext cx="5908696" cy="441769"/>
            </a:xfrm>
            <a:prstGeom prst="parallelogram">
              <a:avLst>
                <a:gd name="adj" fmla="val 15436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  <p:sp>
          <p:nvSpPr>
            <p:cNvPr id="10" name="Paralelogramo 9">
              <a:extLst>
                <a:ext uri="{FF2B5EF4-FFF2-40B4-BE49-F238E27FC236}">
                  <a16:creationId xmlns:a16="http://schemas.microsoft.com/office/drawing/2014/main" id="{C31D8BA4-7905-2B29-F480-075DD5C94F5C}"/>
                </a:ext>
              </a:extLst>
            </p:cNvPr>
            <p:cNvSpPr/>
            <p:nvPr/>
          </p:nvSpPr>
          <p:spPr>
            <a:xfrm>
              <a:off x="5562458" y="280230"/>
              <a:ext cx="6284371" cy="441769"/>
            </a:xfrm>
            <a:prstGeom prst="parallelogram">
              <a:avLst>
                <a:gd name="adj" fmla="val 15436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</p:grpSp>
    </p:spTree>
    <p:extLst>
      <p:ext uri="{BB962C8B-B14F-4D97-AF65-F5344CB8AC3E}">
        <p14:creationId xmlns:p14="http://schemas.microsoft.com/office/powerpoint/2010/main" val="475076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5F1123B-DFF9-FC9F-267B-AC75E2048A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A25312A-2F06-FBA7-27CE-B8196C6B2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2591"/>
            <a:ext cx="4170077" cy="4172818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D9580DE0-AEA3-BEA0-27DD-C2FCFE94C997}"/>
              </a:ext>
            </a:extLst>
          </p:cNvPr>
          <p:cNvSpPr/>
          <p:nvPr/>
        </p:nvSpPr>
        <p:spPr>
          <a:xfrm>
            <a:off x="5272088" y="1543050"/>
            <a:ext cx="5600700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Aca</a:t>
            </a:r>
            <a:r>
              <a:rPr lang="es-MX" dirty="0"/>
              <a:t> van apareciendo los cursos disponibles</a:t>
            </a:r>
            <a:endParaRPr lang="es-GT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0B31FF3-54F4-94F2-8A36-3FFE09F393FF}"/>
              </a:ext>
            </a:extLst>
          </p:cNvPr>
          <p:cNvSpPr/>
          <p:nvPr/>
        </p:nvSpPr>
        <p:spPr>
          <a:xfrm>
            <a:off x="5272088" y="2628900"/>
            <a:ext cx="5600700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8A6C19A-04C3-A9DE-461F-09EB4CE8E66C}"/>
              </a:ext>
            </a:extLst>
          </p:cNvPr>
          <p:cNvSpPr/>
          <p:nvPr/>
        </p:nvSpPr>
        <p:spPr>
          <a:xfrm>
            <a:off x="5272088" y="3800475"/>
            <a:ext cx="5600700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3ABF374-4970-C432-C576-F8305820FA9F}"/>
              </a:ext>
            </a:extLst>
          </p:cNvPr>
          <p:cNvSpPr/>
          <p:nvPr/>
        </p:nvSpPr>
        <p:spPr>
          <a:xfrm>
            <a:off x="5272088" y="4886325"/>
            <a:ext cx="5600700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84FDD8E8-79CA-226E-1FCB-1DC0BCB49C4C}"/>
              </a:ext>
            </a:extLst>
          </p:cNvPr>
          <p:cNvGrpSpPr/>
          <p:nvPr/>
        </p:nvGrpSpPr>
        <p:grpSpPr>
          <a:xfrm>
            <a:off x="75190" y="280230"/>
            <a:ext cx="11771639" cy="445331"/>
            <a:chOff x="75190" y="280230"/>
            <a:chExt cx="11771639" cy="445331"/>
          </a:xfrm>
        </p:grpSpPr>
        <p:sp>
          <p:nvSpPr>
            <p:cNvPr id="9" name="Paralelogramo 8">
              <a:extLst>
                <a:ext uri="{FF2B5EF4-FFF2-40B4-BE49-F238E27FC236}">
                  <a16:creationId xmlns:a16="http://schemas.microsoft.com/office/drawing/2014/main" id="{5DD23D9A-8257-A818-297D-D9CF23353EA9}"/>
                </a:ext>
              </a:extLst>
            </p:cNvPr>
            <p:cNvSpPr/>
            <p:nvPr/>
          </p:nvSpPr>
          <p:spPr>
            <a:xfrm>
              <a:off x="75190" y="283792"/>
              <a:ext cx="5908696" cy="441769"/>
            </a:xfrm>
            <a:prstGeom prst="parallelogram">
              <a:avLst>
                <a:gd name="adj" fmla="val 15436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  <p:sp>
          <p:nvSpPr>
            <p:cNvPr id="10" name="Paralelogramo 9">
              <a:extLst>
                <a:ext uri="{FF2B5EF4-FFF2-40B4-BE49-F238E27FC236}">
                  <a16:creationId xmlns:a16="http://schemas.microsoft.com/office/drawing/2014/main" id="{7E17A728-EDA0-5FF8-E688-4B1773176AD8}"/>
                </a:ext>
              </a:extLst>
            </p:cNvPr>
            <p:cNvSpPr/>
            <p:nvPr/>
          </p:nvSpPr>
          <p:spPr>
            <a:xfrm>
              <a:off x="5562458" y="280230"/>
              <a:ext cx="6284371" cy="441769"/>
            </a:xfrm>
            <a:prstGeom prst="parallelogram">
              <a:avLst>
                <a:gd name="adj" fmla="val 15436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</p:grpSp>
    </p:spTree>
    <p:extLst>
      <p:ext uri="{BB962C8B-B14F-4D97-AF65-F5344CB8AC3E}">
        <p14:creationId xmlns:p14="http://schemas.microsoft.com/office/powerpoint/2010/main" val="717123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26A55A73-743F-0F64-6599-4391E05AE0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A892321-D1DD-17FD-5796-D44EE7121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845203"/>
            <a:ext cx="5321087" cy="5167594"/>
          </a:xfrm>
          <a:prstGeom prst="rect">
            <a:avLst/>
          </a:prstGeom>
        </p:spPr>
      </p:pic>
      <p:sp>
        <p:nvSpPr>
          <p:cNvPr id="4" name="Rectángulo 3">
            <a:hlinkClick r:id="rId3" action="ppaction://hlinksldjump"/>
            <a:extLst>
              <a:ext uri="{FF2B5EF4-FFF2-40B4-BE49-F238E27FC236}">
                <a16:creationId xmlns:a16="http://schemas.microsoft.com/office/drawing/2014/main" id="{FCABE14F-A01C-21D7-D2E7-9365DB6F8302}"/>
              </a:ext>
            </a:extLst>
          </p:cNvPr>
          <p:cNvSpPr/>
          <p:nvPr/>
        </p:nvSpPr>
        <p:spPr>
          <a:xfrm>
            <a:off x="6013343" y="1371600"/>
            <a:ext cx="1844782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dirty="0"/>
              <a:t>0 a 1 año</a:t>
            </a:r>
            <a:endParaRPr lang="es-GT" sz="28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3F62AF0-5E39-132C-FC10-769AA18438F9}"/>
              </a:ext>
            </a:extLst>
          </p:cNvPr>
          <p:cNvSpPr/>
          <p:nvPr/>
        </p:nvSpPr>
        <p:spPr>
          <a:xfrm>
            <a:off x="8436081" y="1371600"/>
            <a:ext cx="1844782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dirty="0"/>
              <a:t>1 a 3 años</a:t>
            </a:r>
            <a:endParaRPr lang="es-GT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9AD46C4-41C5-C564-28E8-DA1B5D4F607C}"/>
              </a:ext>
            </a:extLst>
          </p:cNvPr>
          <p:cNvSpPr/>
          <p:nvPr/>
        </p:nvSpPr>
        <p:spPr>
          <a:xfrm>
            <a:off x="6013343" y="2452687"/>
            <a:ext cx="1844782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dirty="0"/>
              <a:t>4 a 6 años</a:t>
            </a:r>
            <a:endParaRPr lang="es-GT" sz="28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4A15002-DCAC-1A53-3CE8-AFE2B350FEB3}"/>
              </a:ext>
            </a:extLst>
          </p:cNvPr>
          <p:cNvSpPr/>
          <p:nvPr/>
        </p:nvSpPr>
        <p:spPr>
          <a:xfrm>
            <a:off x="8436081" y="2452687"/>
            <a:ext cx="1844782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dirty="0"/>
              <a:t>7 a 10 años</a:t>
            </a:r>
            <a:endParaRPr lang="es-GT" sz="28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752B203-9E8C-7B5E-C066-46033313C8C4}"/>
              </a:ext>
            </a:extLst>
          </p:cNvPr>
          <p:cNvSpPr/>
          <p:nvPr/>
        </p:nvSpPr>
        <p:spPr>
          <a:xfrm>
            <a:off x="6013343" y="3533774"/>
            <a:ext cx="1844782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/>
              <a:t>11 a 15 años</a:t>
            </a:r>
            <a:endParaRPr lang="es-GT" sz="240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3B8CE3B-F415-7306-1658-38A925580ABD}"/>
              </a:ext>
            </a:extLst>
          </p:cNvPr>
          <p:cNvSpPr/>
          <p:nvPr/>
        </p:nvSpPr>
        <p:spPr>
          <a:xfrm>
            <a:off x="8436081" y="3533774"/>
            <a:ext cx="1844782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/>
              <a:t>16 a 20 años</a:t>
            </a:r>
            <a:endParaRPr lang="es-GT" sz="240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330E0FC-A5E9-2675-1F0D-5E1E1F965C41}"/>
              </a:ext>
            </a:extLst>
          </p:cNvPr>
          <p:cNvSpPr/>
          <p:nvPr/>
        </p:nvSpPr>
        <p:spPr>
          <a:xfrm>
            <a:off x="6013343" y="4600572"/>
            <a:ext cx="4267520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dirty="0"/>
              <a:t>Abuelitos</a:t>
            </a:r>
            <a:endParaRPr lang="es-GT" sz="28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6952DE0-59C4-11A3-5861-418C1FC06CC7}"/>
              </a:ext>
            </a:extLst>
          </p:cNvPr>
          <p:cNvSpPr txBox="1"/>
          <p:nvPr/>
        </p:nvSpPr>
        <p:spPr>
          <a:xfrm>
            <a:off x="5000625" y="513042"/>
            <a:ext cx="667739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Trilogía de Aprendizaje con Inteligencia Artificial</a:t>
            </a:r>
            <a:endParaRPr lang="es-GT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16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962AA63-3A35-9127-AD6E-54F9867266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9131A38-CCF6-CB19-0398-51357C59C3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845203"/>
            <a:ext cx="5321087" cy="5167594"/>
          </a:xfrm>
          <a:prstGeom prst="rect">
            <a:avLst/>
          </a:prstGeom>
        </p:spPr>
      </p:pic>
      <p:sp>
        <p:nvSpPr>
          <p:cNvPr id="6" name="Rectángulo 5">
            <a:hlinkClick r:id="rId3" action="ppaction://hlinksldjump"/>
            <a:extLst>
              <a:ext uri="{FF2B5EF4-FFF2-40B4-BE49-F238E27FC236}">
                <a16:creationId xmlns:a16="http://schemas.microsoft.com/office/drawing/2014/main" id="{F916BD54-97A4-D9B0-DF7E-0D88709EF78F}"/>
              </a:ext>
            </a:extLst>
          </p:cNvPr>
          <p:cNvSpPr/>
          <p:nvPr/>
        </p:nvSpPr>
        <p:spPr>
          <a:xfrm>
            <a:off x="7818492" y="445153"/>
            <a:ext cx="1844782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dirty="0"/>
              <a:t>0 a 1 año</a:t>
            </a:r>
            <a:endParaRPr lang="es-GT" sz="2800" dirty="0"/>
          </a:p>
        </p:txBody>
      </p:sp>
      <p:sp>
        <p:nvSpPr>
          <p:cNvPr id="13" name="Rectángulo 12">
            <a:hlinkClick r:id="rId4" action="ppaction://hlinksldjump"/>
            <a:extLst>
              <a:ext uri="{FF2B5EF4-FFF2-40B4-BE49-F238E27FC236}">
                <a16:creationId xmlns:a16="http://schemas.microsoft.com/office/drawing/2014/main" id="{01C345B0-276B-C6C2-11D5-569E791EA046}"/>
              </a:ext>
            </a:extLst>
          </p:cNvPr>
          <p:cNvSpPr/>
          <p:nvPr/>
        </p:nvSpPr>
        <p:spPr>
          <a:xfrm>
            <a:off x="6972908" y="1690406"/>
            <a:ext cx="1227190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dirty="0"/>
              <a:t>1</a:t>
            </a:r>
            <a:endParaRPr lang="es-GT" sz="4400"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A6EA86E-173A-DE17-A043-560DFB100264}"/>
              </a:ext>
            </a:extLst>
          </p:cNvPr>
          <p:cNvGrpSpPr/>
          <p:nvPr/>
        </p:nvGrpSpPr>
        <p:grpSpPr>
          <a:xfrm>
            <a:off x="75190" y="280230"/>
            <a:ext cx="11771639" cy="445331"/>
            <a:chOff x="75190" y="280230"/>
            <a:chExt cx="11771639" cy="445331"/>
          </a:xfrm>
        </p:grpSpPr>
        <p:sp>
          <p:nvSpPr>
            <p:cNvPr id="15" name="Paralelogramo 14">
              <a:extLst>
                <a:ext uri="{FF2B5EF4-FFF2-40B4-BE49-F238E27FC236}">
                  <a16:creationId xmlns:a16="http://schemas.microsoft.com/office/drawing/2014/main" id="{14D4E71B-54E1-C4C1-4048-A5A270674CC7}"/>
                </a:ext>
              </a:extLst>
            </p:cNvPr>
            <p:cNvSpPr/>
            <p:nvPr/>
          </p:nvSpPr>
          <p:spPr>
            <a:xfrm>
              <a:off x="75190" y="283792"/>
              <a:ext cx="5908696" cy="441769"/>
            </a:xfrm>
            <a:prstGeom prst="parallelogram">
              <a:avLst>
                <a:gd name="adj" fmla="val 15436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  <p:sp>
          <p:nvSpPr>
            <p:cNvPr id="16" name="Paralelogramo 15">
              <a:extLst>
                <a:ext uri="{FF2B5EF4-FFF2-40B4-BE49-F238E27FC236}">
                  <a16:creationId xmlns:a16="http://schemas.microsoft.com/office/drawing/2014/main" id="{458C181D-4DB3-C28B-BDBC-6BCD8DABA232}"/>
                </a:ext>
              </a:extLst>
            </p:cNvPr>
            <p:cNvSpPr/>
            <p:nvPr/>
          </p:nvSpPr>
          <p:spPr>
            <a:xfrm>
              <a:off x="5562458" y="280230"/>
              <a:ext cx="6284371" cy="441769"/>
            </a:xfrm>
            <a:prstGeom prst="parallelogram">
              <a:avLst>
                <a:gd name="adj" fmla="val 15436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</p:grpSp>
    </p:spTree>
    <p:extLst>
      <p:ext uri="{BB962C8B-B14F-4D97-AF65-F5344CB8AC3E}">
        <p14:creationId xmlns:p14="http://schemas.microsoft.com/office/powerpoint/2010/main" val="2717890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38744A9-F64B-DB30-F216-C39D1F2467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CD01405-7E44-3D4E-B9A7-6C9860EAA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845203"/>
            <a:ext cx="5321087" cy="5167594"/>
          </a:xfrm>
          <a:prstGeom prst="rect">
            <a:avLst/>
          </a:prstGeom>
        </p:spPr>
      </p:pic>
      <p:sp>
        <p:nvSpPr>
          <p:cNvPr id="5" name="Rectángulo 4">
            <a:hlinkClick r:id="rId3" action="ppaction://hlinksldjump"/>
            <a:extLst>
              <a:ext uri="{FF2B5EF4-FFF2-40B4-BE49-F238E27FC236}">
                <a16:creationId xmlns:a16="http://schemas.microsoft.com/office/drawing/2014/main" id="{BC641624-D6F9-E141-EA24-1FB831407DC9}"/>
              </a:ext>
            </a:extLst>
          </p:cNvPr>
          <p:cNvSpPr/>
          <p:nvPr/>
        </p:nvSpPr>
        <p:spPr>
          <a:xfrm>
            <a:off x="5904894" y="857530"/>
            <a:ext cx="3310543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dirty="0"/>
              <a:t>Canción</a:t>
            </a:r>
            <a:endParaRPr lang="es-GT" sz="4400" dirty="0"/>
          </a:p>
        </p:txBody>
      </p:sp>
      <p:sp>
        <p:nvSpPr>
          <p:cNvPr id="6" name="Rectángulo 5">
            <a:hlinkClick r:id="rId3" action="ppaction://hlinksldjump"/>
            <a:extLst>
              <a:ext uri="{FF2B5EF4-FFF2-40B4-BE49-F238E27FC236}">
                <a16:creationId xmlns:a16="http://schemas.microsoft.com/office/drawing/2014/main" id="{E921C49C-6E40-3B67-3894-B25F169688A1}"/>
              </a:ext>
            </a:extLst>
          </p:cNvPr>
          <p:cNvSpPr/>
          <p:nvPr/>
        </p:nvSpPr>
        <p:spPr>
          <a:xfrm>
            <a:off x="5904895" y="2843493"/>
            <a:ext cx="3310542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dirty="0"/>
              <a:t>video</a:t>
            </a:r>
            <a:endParaRPr lang="es-GT" sz="4400" dirty="0"/>
          </a:p>
        </p:txBody>
      </p:sp>
      <p:sp>
        <p:nvSpPr>
          <p:cNvPr id="7" name="Rectángulo 6">
            <a:hlinkClick r:id="rId3" action="ppaction://hlinksldjump"/>
            <a:extLst>
              <a:ext uri="{FF2B5EF4-FFF2-40B4-BE49-F238E27FC236}">
                <a16:creationId xmlns:a16="http://schemas.microsoft.com/office/drawing/2014/main" id="{1548DDB2-F849-D644-B40F-47DAE0F7DA39}"/>
              </a:ext>
            </a:extLst>
          </p:cNvPr>
          <p:cNvSpPr/>
          <p:nvPr/>
        </p:nvSpPr>
        <p:spPr>
          <a:xfrm>
            <a:off x="5904895" y="4829456"/>
            <a:ext cx="3310542" cy="8001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dirty="0" err="1"/>
              <a:t>Storybook</a:t>
            </a:r>
            <a:endParaRPr lang="es-GT" sz="4400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D2CAF7F1-3B60-E624-08F4-BA2FC78AA187}"/>
              </a:ext>
            </a:extLst>
          </p:cNvPr>
          <p:cNvGrpSpPr/>
          <p:nvPr/>
        </p:nvGrpSpPr>
        <p:grpSpPr>
          <a:xfrm>
            <a:off x="75190" y="280230"/>
            <a:ext cx="11771639" cy="445331"/>
            <a:chOff x="75190" y="280230"/>
            <a:chExt cx="11771639" cy="445331"/>
          </a:xfrm>
        </p:grpSpPr>
        <p:sp>
          <p:nvSpPr>
            <p:cNvPr id="9" name="Paralelogramo 8">
              <a:extLst>
                <a:ext uri="{FF2B5EF4-FFF2-40B4-BE49-F238E27FC236}">
                  <a16:creationId xmlns:a16="http://schemas.microsoft.com/office/drawing/2014/main" id="{52E0D8C3-A375-FDD3-1991-F2E9ACE01AFB}"/>
                </a:ext>
              </a:extLst>
            </p:cNvPr>
            <p:cNvSpPr/>
            <p:nvPr/>
          </p:nvSpPr>
          <p:spPr>
            <a:xfrm>
              <a:off x="75190" y="283792"/>
              <a:ext cx="5908696" cy="441769"/>
            </a:xfrm>
            <a:prstGeom prst="parallelogram">
              <a:avLst>
                <a:gd name="adj" fmla="val 15436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  <p:sp>
          <p:nvSpPr>
            <p:cNvPr id="10" name="Paralelogramo 9">
              <a:extLst>
                <a:ext uri="{FF2B5EF4-FFF2-40B4-BE49-F238E27FC236}">
                  <a16:creationId xmlns:a16="http://schemas.microsoft.com/office/drawing/2014/main" id="{04E0C7B5-018D-B346-CBB5-4E2403C1DB3C}"/>
                </a:ext>
              </a:extLst>
            </p:cNvPr>
            <p:cNvSpPr/>
            <p:nvPr/>
          </p:nvSpPr>
          <p:spPr>
            <a:xfrm>
              <a:off x="5562458" y="280230"/>
              <a:ext cx="6284371" cy="441769"/>
            </a:xfrm>
            <a:prstGeom prst="parallelogram">
              <a:avLst>
                <a:gd name="adj" fmla="val 15436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</p:grpSp>
    </p:spTree>
    <p:extLst>
      <p:ext uri="{BB962C8B-B14F-4D97-AF65-F5344CB8AC3E}">
        <p14:creationId xmlns:p14="http://schemas.microsoft.com/office/powerpoint/2010/main" val="2272395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169</Words>
  <Application>Microsoft Office PowerPoint</Application>
  <PresentationFormat>Panorámica</PresentationFormat>
  <Paragraphs>30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Jackelin Noemí Orozco Agustin</dc:creator>
  <cp:lastModifiedBy>Jackelin Noemí Orozco Agustin</cp:lastModifiedBy>
  <cp:revision>3</cp:revision>
  <dcterms:created xsi:type="dcterms:W3CDTF">2026-05-04T15:41:27Z</dcterms:created>
  <dcterms:modified xsi:type="dcterms:W3CDTF">2026-05-04T18:32:03Z</dcterms:modified>
</cp:coreProperties>
</file>